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Imagined Speech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EEG with Graph Neural Networks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— March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Daniele Uras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Milano, DEIB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Thesis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neural semantic dictionary mapping EEG patterns to conceptual categories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imagined speech decoding using Graph Neural Networks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76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110 imagined Italian words from 59-channel EEG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76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subjects × 5 sessions × ~220 trials ≈ 77,000 trials total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9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deep learning on raw EEG signal — no manual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2461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319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Neural Networks — Li et al. 2025 (78% on similar dataset)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properties and key finding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valid EEG channels (A1, A2, Pz, POz removed)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256 Hz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duration: ~1.5s (~384 samples)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H5 files (70 subjects × 5 sessions)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tensors: (n_trials, 59, 384)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Inter-subject variance (ε²)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2743200"/>
            <a:ext cx="2743200" cy="0"/>
          </a:xfrm>
          <a:prstGeom prst="line">
            <a:avLst/>
          </a:prstGeom>
          <a:noFill/>
          <a:ln w="9525">
            <a:solidFill>
              <a:srgbClr val="6B7A9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93776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937760" y="3493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Inter-word variance (ε²)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subject has a unique EEG 'fingerprint'.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Inter-subject variability dominates — not the word.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Reduction: 110 → 4–5 Classes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Word-based clustering schemes — stable and replicable across subjects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078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078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44752"/>
            <a:ext cx="8412480" cy="39319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99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1499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499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(Ward+SBERT)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on semantic embeddings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4996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874520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29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1929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(Ward+SBERT)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1929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on semantic embeddings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929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04288"/>
            <a:ext cx="8412480" cy="39319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(Ward+SBERT)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5468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Fine-grained, 6 semantic clusters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359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734056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2588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546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/ Nouns / Modifiers / Function words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163824"/>
            <a:ext cx="8412480" cy="39319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25880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Neuroscientific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5468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Emotions / Objects / Abstract / Func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593592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25880" y="3648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737360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Concreteness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54680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 / ACTION / STATE / ABSTRACT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648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3593592"/>
            <a:ext cx="54864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023360"/>
            <a:ext cx="8412480" cy="39319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25880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73736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Phonological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15468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/ LAB / COR / DOR (consonantal onset)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40880" y="4078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023360"/>
            <a:ext cx="54864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Highlighted: schemes tested in baseline experiments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concr4 — Neurolinguistic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 based on neural substrates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D6E4F7"/>
          </a:solidFill>
          <a:ln w="19050">
            <a:solidFill>
              <a:srgbClr val="1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0700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25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objects, places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Visual/ventral cortex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acqua, casa, macchina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D4F1E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20700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225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words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1627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verbs, cognitive processes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Motor/frontal areas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7448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andare, fare, mangiare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FF3CD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12724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words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547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Emotions, bodily states, qualities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Limbic circuits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amore, paura, felicità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ADDD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312724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words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3547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concepts, function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Prefrontal cortex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27448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forse, quindi, adesso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Binder et al. 2011 JNeurosci  |  Vigliocco et al. 2014 PsychRev  |  Montefinese et al. 2014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 Tested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end-to-end models on raw EEG signal (no feature engineering)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1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CNN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baseline — Lawhern 2018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97280"/>
            <a:ext cx="274320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ShallowFBCSPNet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CNN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~10K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FBCSP filter bank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09728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Deep4Net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~300K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convolutional blocks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80360"/>
            <a:ext cx="27432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35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EEGConformer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Transformer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575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~800K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 + self-attention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880360"/>
            <a:ext cx="27432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935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TCN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575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~200K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temporal convolution network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0F4F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880360"/>
            <a:ext cx="274320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935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575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~5M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large EEG corpus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Subject-Independent (concr4)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subjects 01–50  |  Val: 51–60  |  Test: 61–74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FFB703">
              <a:alpha val="2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 = 25%  (4 classes — random performance baseline)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841248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63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563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val_bacc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563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563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975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975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Deep4Net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EEGConformer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529584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ShallowFBCSPNet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0.2542 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443484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E63946">
              <a:alpha val="13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4805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converge to chance. Early stopping at 15–41 epochs with no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Normalization — Bomatter et al. 2024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per-subject bias from each trial independently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0515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97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(x − μ) / σ    (per trial, per channel)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84124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459736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Deep4Net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−0.0004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843784"/>
            <a:ext cx="84124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EEGConformer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22783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0.2517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+0.0026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611880"/>
            <a:ext cx="84124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−0.0066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99592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ShallowFBCSPNet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0.2542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−0.0017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4462272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E63946">
              <a:alpha val="13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 produces no significant improvement. The domain shift problem is deeper than normalization.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All Models Stay at Chance?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E63946">
              <a:alpha val="9000"/>
            </a:srgbClr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0.85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Inter-subject variance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1737360" cy="0"/>
          </a:xfrm>
          <a:prstGeom prst="line">
            <a:avLst/>
          </a:prstGeom>
          <a:noFill/>
          <a:ln w="12700">
            <a:solidFill>
              <a:srgbClr val="E6394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EEG variance 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the subject, 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imagined 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6B7A99">
              <a:alpha val="9000"/>
            </a:srgbClr>
          </a:solidFill>
          <a:ln w="25400">
            <a:solidFill>
              <a:srgbClr val="6B7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0.03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Inter-word variance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173736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8328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variance 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specific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imagined word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FB703">
              <a:alpha val="9000"/>
            </a:srgbClr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34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acc ≈ 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173736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26480" y="2560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normalization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solve deep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domain shift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245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 adaptation required: MMD, CORAL, Adversarial Training, or Contrastive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hypergraph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0F4F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0690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Subject-specific baseline (leave-one-session-out)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Validate: does EEG contain decodable information?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0F4F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097280"/>
            <a:ext cx="406908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521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 adaptation: MMD, CORAL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Adversarial cross-subject training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Contrastive subject-invariant learning (Shen 2022)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0F4F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17520"/>
            <a:ext cx="406908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723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Graph Attention Networks (GAT)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Spatial electrode structure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Multi-head attention on EEG channels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0175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0F4FA"/>
          </a:solidFill>
          <a:ln w="25400">
            <a:solidFill>
              <a:srgbClr val="1E5F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017520"/>
            <a:ext cx="4069080" cy="347472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723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TARGET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Hypergraph Neural Networks (DHSLP/DHSLF)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 et al. 2025 — target: &gt;40% on 4–5 classes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hyperedge construction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Imagined Speech from EEG with GNNs — Project Status March 2026</dc:title>
  <dc:subject>PptxGenJS Presentation</dc:subject>
  <dc:creator>Daniele Uras</dc:creator>
  <cp:lastModifiedBy>Daniele Uras</cp:lastModifiedBy>
  <cp:revision>1</cp:revision>
  <dcterms:created xsi:type="dcterms:W3CDTF">2026-03-25T09:33:44Z</dcterms:created>
  <dcterms:modified xsi:type="dcterms:W3CDTF">2026-03-25T09:33:44Z</dcterms:modified>
</cp:coreProperties>
</file>